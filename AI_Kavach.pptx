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619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0857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8095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5333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640080"/>
            <a:ext cx="1188720" cy="1188720"/>
          </a:xfrm>
          <a:prstGeom prst="ellipse">
            <a:avLst/>
          </a:prstGeom>
          <a:solidFill>
            <a:srgbClr val="131A2B"/>
          </a:solidFill>
          <a:ln w="19050">
            <a:solidFill>
              <a:srgbClr val="00E5A0"/>
            </a:solidFill>
            <a:prstDash val="solid"/>
          </a:ln>
        </p:spPr>
      </p:sp>
      <p:pic>
        <p:nvPicPr>
          <p:cNvPr id="11" name="Image 0" descr="icons/shiel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941832"/>
            <a:ext cx="585216" cy="5852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0312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· CYBER DEFENSE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03120" y="114300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Kavach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2103120" y="18745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AI-Driven Vulnerability Detection, Exploitation Proof &amp; Patching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5800" y="278892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120" y="3063240"/>
            <a:ext cx="548640" cy="54864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7" name="Image 1" descr="icons/targe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191256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3749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60120" y="41605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codebase — including mission-critical defence &amp; government systems — carries exploitable vulnerabilities. Manual code review is slow, expertise-heavy, and consistently misses issues before attackers find them.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26280" y="278892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0600" y="3063240"/>
            <a:ext cx="548640" cy="54864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22" name="Image 2" descr="icons/zap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319125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0600" y="3749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Motivation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4800600" y="41605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are outnumbered by the code they must protect. We asked: can an AI take on the full loop — finding, proving, fixing, and verifying bugs — the way a human analyst would, but continuously and offline?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366760" y="278892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641080" y="3063240"/>
            <a:ext cx="548640" cy="54864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27" name="Image 3" descr="icons/checkcircl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3191256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641080" y="3749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8641080" y="41605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AI system that scans source code, autonomously confirms real vulnerabilities by exploiting them, generates a patch, and verifies the fix — end-to-end, without human intervention or internet access.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11475720" y="64465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1475720" y="644652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Four-Step Autonomous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78608" cy="32461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2184" y="205740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icons/search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2219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8036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3593592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AI-assisted analysis scans the codebase and flags suspicious, risky code regions worth investigating.</a:t>
            </a:r>
            <a:endParaRPr lang="en-US" sz="1050" dirty="0"/>
          </a:p>
        </p:txBody>
      </p:sp>
      <p:pic>
        <p:nvPicPr>
          <p:cNvPr id="11" name="Image 1" descr="icons/arrowrigh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278124"/>
            <a:ext cx="219456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1783080"/>
            <a:ext cx="2578608" cy="32461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06824" y="205740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4" name="Image 2" descr="icons/zap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22199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288036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383280" y="310896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584448" y="3593592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fuzzing attacks each flagged region — a crash or misbehaviour confirms it is a real, exploitable bug, not a false positive.</a:t>
            </a:r>
            <a:endParaRPr lang="en-US" sz="1050" dirty="0"/>
          </a:p>
        </p:txBody>
      </p:sp>
      <p:pic>
        <p:nvPicPr>
          <p:cNvPr id="18" name="Image 3" descr="icons/arrowrigh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78124"/>
            <a:ext cx="219456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17920" y="1783080"/>
            <a:ext cx="2578608" cy="32461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141464" y="205740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4" descr="icons/tool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222199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17920" y="288036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217920" y="310896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6419088" y="3593592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locally-hosted LLM writes a targeted code patch for the confirmed vulnerability, using the crash context as evidence.</a:t>
            </a:r>
            <a:endParaRPr lang="en-US" sz="1050" dirty="0"/>
          </a:p>
        </p:txBody>
      </p:sp>
      <p:pic>
        <p:nvPicPr>
          <p:cNvPr id="25" name="Image 5" descr="icons/arrowright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816" y="3278124"/>
            <a:ext cx="219456" cy="25603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052560" y="1783080"/>
            <a:ext cx="2578608" cy="32461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976104" y="205740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8" name="Image 6" descr="icons/checkcircle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0696" y="2221992"/>
            <a:ext cx="402336" cy="40233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052560" y="288036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9052560" y="310896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000" dirty="0"/>
          </a:p>
        </p:txBody>
      </p:sp>
      <p:sp>
        <p:nvSpPr>
          <p:cNvPr id="31" name="Text 22"/>
          <p:cNvSpPr/>
          <p:nvPr/>
        </p:nvSpPr>
        <p:spPr>
          <a:xfrm>
            <a:off x="9253728" y="3593592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exploit is re-run against the patched code. Fix is accepted only if the bug is gone AND existing functionality still passes.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548640" y="5257800"/>
            <a:ext cx="11082528" cy="1051560"/>
          </a:xfrm>
          <a:prstGeom prst="roundRect">
            <a:avLst>
              <a:gd name="adj" fmla="val 6957"/>
            </a:avLst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pic>
        <p:nvPicPr>
          <p:cNvPr id="33" name="Image 7" descr="icons/layers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513832"/>
            <a:ext cx="411480" cy="4114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325880" y="534924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Workflow: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as an orchestration loop — each module (Scan, Fuzz, Patch, Verify) is a standalone component invoked in sequence, with results logged for audit. Any bug failing verification is sent back into the loop for another patch attempt.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11475720" y="64465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4F6F9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11475720" y="644652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619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0857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8095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5333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System Flow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5544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31A2B"/>
          </a:solidFill>
          <a:ln w="15875">
            <a:solidFill>
              <a:srgbClr val="00E5A0"/>
            </a:solidFill>
            <a:prstDash val="solid"/>
          </a:ln>
        </p:spPr>
      </p:sp>
      <p:pic>
        <p:nvPicPr>
          <p:cNvPr id="13" name="Image 0" descr="icons/search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1737360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2267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0" y="2148840"/>
            <a:ext cx="68580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29000" y="15544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31A2B"/>
          </a:solidFill>
          <a:ln w="15875">
            <a:solidFill>
              <a:srgbClr val="00E5A0"/>
            </a:solidFill>
            <a:prstDash val="solid"/>
          </a:ln>
        </p:spPr>
      </p:sp>
      <p:pic>
        <p:nvPicPr>
          <p:cNvPr id="17" name="Image 1" descr="icons/zap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4" y="1737360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29000" y="2267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257800" y="2148840"/>
            <a:ext cx="68580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943600" y="15544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31A2B"/>
          </a:solidFill>
          <a:ln w="15875">
            <a:solidFill>
              <a:srgbClr val="00E5A0"/>
            </a:solidFill>
            <a:prstDash val="solid"/>
          </a:ln>
        </p:spPr>
      </p:sp>
      <p:pic>
        <p:nvPicPr>
          <p:cNvPr id="21" name="Image 2" descr="icons/tool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737360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43600" y="2267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772400" y="2148840"/>
            <a:ext cx="68580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8458200" y="15544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31A2B"/>
          </a:solidFill>
          <a:ln w="15875">
            <a:solidFill>
              <a:srgbClr val="00E5A0"/>
            </a:solidFill>
            <a:prstDash val="solid"/>
          </a:ln>
        </p:spPr>
      </p:sp>
      <p:pic>
        <p:nvPicPr>
          <p:cNvPr id="25" name="Image 3" descr="icons/checkcircl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144" y="1737360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458200" y="2267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14400" y="2880360"/>
            <a:ext cx="9372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verification loops the target back to PATCH for another attempt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STACK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31" name="Image 4" descr="icons/cpu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968496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3840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749808" y="4434840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 engine — runs the patch-generation model fully offline.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410712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611880" y="3858768"/>
            <a:ext cx="457200" cy="4572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36" name="Image 5" descr="icons/code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3968496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187952" y="3840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50" dirty="0"/>
          </a:p>
        </p:txBody>
      </p:sp>
      <p:sp>
        <p:nvSpPr>
          <p:cNvPr id="38" name="Text 30"/>
          <p:cNvSpPr/>
          <p:nvPr/>
        </p:nvSpPr>
        <p:spPr>
          <a:xfrm>
            <a:off x="3611880" y="4434840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orchestration language tying Scan → Fuzz → Patch → Verify together.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272784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473952" y="3858768"/>
            <a:ext cx="457200" cy="4572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41" name="Image 6" descr="icons/terminal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968496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050024" y="3840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AFL++</a:t>
            </a:r>
            <a:endParaRPr lang="en-US" sz="1550" dirty="0"/>
          </a:p>
        </p:txBody>
      </p:sp>
      <p:sp>
        <p:nvSpPr>
          <p:cNvPr id="43" name="Text 34"/>
          <p:cNvSpPr/>
          <p:nvPr/>
        </p:nvSpPr>
        <p:spPr>
          <a:xfrm>
            <a:off x="6473952" y="4434840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Coverage-guided fuzzer used to prove vulnerabilities by triggering real crashes.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9134856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9336024" y="3858768"/>
            <a:ext cx="457200" cy="4572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46" name="Image 7" descr="icons/gitbranch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5752" y="3968496"/>
            <a:ext cx="237744" cy="237744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912096" y="3840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Semgrep</a:t>
            </a:r>
            <a:endParaRPr lang="en-US" sz="1550" dirty="0"/>
          </a:p>
        </p:txBody>
      </p:sp>
      <p:sp>
        <p:nvSpPr>
          <p:cNvPr id="48" name="Text 38"/>
          <p:cNvSpPr/>
          <p:nvPr/>
        </p:nvSpPr>
        <p:spPr>
          <a:xfrm>
            <a:off x="9336024" y="4434840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engine that flags suspicious code patterns during the Scan stage.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548640" y="5669280"/>
            <a:ext cx="11192256" cy="777240"/>
          </a:xfrm>
          <a:prstGeom prst="roundRect">
            <a:avLst>
              <a:gd name="adj" fmla="val 9412"/>
            </a:avLst>
          </a:prstGeom>
          <a:solidFill>
            <a:srgbClr val="1B2838"/>
          </a:solidFill>
          <a:ln/>
        </p:spPr>
      </p:sp>
      <p:pic>
        <p:nvPicPr>
          <p:cNvPr id="50" name="Image 8" descr="icons/wifioff_acc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852160"/>
            <a:ext cx="384048" cy="38404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280160" y="5742432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a single standard laptop / workstation (GPU optional for faster local inference) — no server farm, no cloud dependency, no external network connection required.</a:t>
            </a:r>
            <a:endParaRPr lang="en-US" sz="1050" dirty="0"/>
          </a:p>
        </p:txBody>
      </p:sp>
      <p:sp>
        <p:nvSpPr>
          <p:cNvPr id="52" name="Shape 41"/>
          <p:cNvSpPr/>
          <p:nvPr/>
        </p:nvSpPr>
        <p:spPr>
          <a:xfrm>
            <a:off x="11475720" y="64465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11475720" y="644652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4" name="Text 4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KAVACH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Salient Features &amp; Novelty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icons/wifioff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6712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Offline Operation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35000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locally-hosted LLM via Ollama. No source code, crash data, or patches ever leave the machine — critical for defence-grade confidentiality.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039112"/>
            <a:ext cx="566928" cy="566928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icons/gitbranch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16712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 the Loop, Not Just Detects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78040" y="235000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scanners stop at "here is a possible issue." AI Kavach finds, proves via exploitation, patches, and verifies — a complete autonomous cycle.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3832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639312"/>
            <a:ext cx="566928" cy="566928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icons/checkcircl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6732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5661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Evidence-Based, Not Guesswork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395020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reported bug is backed by an actual triggered crash from fuzzing, eliminating the false-positive noise typical of static-only tools.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72200" y="33832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8232" y="3639312"/>
            <a:ext cx="566928" cy="566928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2" name="Image 3" descr="icons/users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76732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5661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Human-in-the-Loop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78040" y="395020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find → prove → fix → verify cycle runs unattended, freeing scarce security analysts to focus on judgment calls, not repetitive triage.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1663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0A0F1C"/>
          </a:solidFill>
          <a:ln/>
        </p:spPr>
      </p:sp>
      <p:pic>
        <p:nvPicPr>
          <p:cNvPr id="26" name="Image 4" descr="icons/award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48640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257800"/>
            <a:ext cx="9235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USP: 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"Fully offline, self-verifying vulnerability remediation — sensitive army/government code never touches the internet, yet still gets the benefit of AI-speed patching."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11475720" y="64465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4F6F9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1475720" y="644652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619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0857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8095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5333" y="0"/>
            <a:ext cx="0" cy="6858000"/>
          </a:xfrm>
          <a:prstGeom prst="line">
            <a:avLst/>
          </a:prstGeom>
          <a:noFill/>
          <a:ln w="6350">
            <a:solidFill>
              <a:srgbClr val="1B283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Deliver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pic>
        <p:nvPicPr>
          <p:cNvPr id="13" name="Image 0" descr="icons/packag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17830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Deliverables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68680" y="2377440"/>
            <a:ext cx="146304" cy="146304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22585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prototype (CLI / lightweight dashboard) implementing the Scan → Fuzz → Patch → Verify pipeline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8680" y="3310128"/>
            <a:ext cx="146304" cy="146304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8" name="Text 15"/>
          <p:cNvSpPr/>
          <p:nvPr/>
        </p:nvSpPr>
        <p:spPr>
          <a:xfrm>
            <a:off x="1188720" y="319125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software package — locally-hosted LLM via Ollama, no external API dependency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68680" y="4242816"/>
            <a:ext cx="146304" cy="146304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0" name="Text 17"/>
          <p:cNvSpPr/>
          <p:nvPr/>
        </p:nvSpPr>
        <p:spPr>
          <a:xfrm>
            <a:off x="1188720" y="412394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 a sample vulnerable codebase, showing a real bug found, exploited, patched, and re-verified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68680" y="5175504"/>
            <a:ext cx="146304" cy="146304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2" name="Text 19"/>
          <p:cNvSpPr/>
          <p:nvPr/>
        </p:nvSpPr>
        <p:spPr>
          <a:xfrm>
            <a:off x="1188720" y="505663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setup guide, architecture overview, and sample vulnerability report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150876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pic>
        <p:nvPicPr>
          <p:cNvPr id="24" name="Image 1" descr="icons/activity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8308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40880" y="17830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83680" y="2377440"/>
            <a:ext cx="457200" cy="4572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27" name="Image 2" descr="icons/targe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487168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223760" y="233172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reduction in time from bug discovery to verified patch, compared to fully manual review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583680" y="3310128"/>
            <a:ext cx="457200" cy="4572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30" name="Image 3" descr="icons/checkcircl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419856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23760" y="326440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demonstrated proof-of-concept: at least one real vulnerability class found, exploited, and auto-patched live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583680" y="4242816"/>
            <a:ext cx="457200" cy="4572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33" name="Image 4" descr="icons/lock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4352544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23760" y="41970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the full pipeline can run air-gapped, meeting confidentiality needs of sensitive codebases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583680" y="5175504"/>
            <a:ext cx="457200" cy="45720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36" name="Image 5" descr="icons/gitbranch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5285232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223760" y="512978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extensible pipeline other teams can point at their own repositories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11475720" y="6446520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31A2B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11475720" y="644652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KAVACH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2026-08-18T12:33:06Z</dcterms:created>
  <dcterms:modified xsi:type="dcterms:W3CDTF">2026-08-18T12:33:06Z</dcterms:modified>
</cp:coreProperties>
</file>